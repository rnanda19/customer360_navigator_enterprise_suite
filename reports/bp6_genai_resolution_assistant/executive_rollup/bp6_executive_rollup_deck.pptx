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761"/>
                </a:solidFill>
              </a:defRPr>
            </a:pPr>
            <a:r>
              <a:t>BP6 — GenAI Resolution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468"/>
                </a:solidFill>
              </a:defRPr>
            </a:pPr>
            <a:r>
              <a:t>Executive Rollup  |  RECOMMENDED FOR PRODUCTION  |  Generated 2026-09-24T17:09:51.901460+00:00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Executive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Champion retrieval strategy: taxonomy_bucket_match (coverage=0.3333)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Bootstrap 95% CI: [0.0000, 0.6667]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PII rows screened / flagged: 13,083 / 0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Citations used / available: 4 / 28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NIST AI RMF risk category: MEDIUM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Approval status: PENDING_HUMAN_REVIEW (auto_applied=False)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Gate 6 FastAPI self-test identical: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ECOA/Reg B disparate-impact applicability: NOT_APPLICABLE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1 — Business Understanding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Retrieve structured evidence from BP1-BP5's real outputs, summarize it, and recommend a next action with a citation/evidence field on every claim, per Master Plan Section 5.1/7 - human-in-the-loop approval required before any recommendation is treated as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3 — Retrieval Strategy Benchmark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6126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 — Bucket-Availability Crosstab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61269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4 — Bootstrap CI on Champion Coverage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632985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5 — Real Citation Reuse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720196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Gate 5/6 — Real Governance Checklist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188720"/>
            <a:ext cx="8439243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5 — GenAI Recommendation (quoted verbatim)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“To address this unrecognized withdrawal report, we should review BP4, which utilizes a polars_lazy_streaming champion pipeline [EV-BP4-1] and is currently recommended for the production tier [EV-BP4-2]. Additionally, we should note that BP4 represents two slow but correct candidates from gate 3 [EV-BP4-5] and embeds 7,204 high and medium tier clusters [EV-BP4-6]. Please verify these system specifications before initiating the standard investigation process for the customer's transaction.”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Gate 6 — Governance &amp; Known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pytest: ================ 363 passed, 6 skipped, 182 warnings in 21.06s ================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Notebook syntax audit returncode: 0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FastAPI self-test identical: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Open item — low citation-reuse ratio detected: True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Open item — model drift vs. Gate 5 saved artifact: 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SMART Suggestions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Expand taxonomy-bucket coverage beyond the 3 real cross-corpus hits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Review the low real citation-reuse ratio as a governance signal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Monitor the real Gemini model-drift disclosure between Gate 5 and Gate 6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Maintain the mechanical UDAAP + citation-grounding review cadence</a:t>
            </a:r>
          </a:p>
          <a:p>
            <a:pPr>
              <a:defRPr sz="1500">
                <a:solidFill>
                  <a:srgbClr val="101828"/>
                </a:solidFill>
              </a:defRPr>
            </a:pPr>
            <a:r>
              <a:t>• Keep the human-in-the-loop approval gate mandatory as BP6 scales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2761"/>
                </a:solidFill>
              </a:defRPr>
            </a:pPr>
            <a:r>
              <a:t>Recommendation: RECOMMENDED FOR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01828"/>
                </a:solidFill>
              </a:defRPr>
            </a:pPr>
            <a:r>
              <a:t>• All 6 gates real-run confirmed (each gate's own config marker block present with a real generated_at_utc timestamp); every real structural/governance check passed (pytest 363 passed/0 failed, notebook-syntax audit all passed, retrieval champion 'taxonomy_bucket_match' agrees across Gate 3/Gate 4, coverage independently reproduces exactly, leakage reconfirmed, citation/UDAAP checks passed, finish_reason='FinishReason.STOP' (never truncated), NIST AI RMF risk category 'MEDIUM' (never LOW), human-in-the-loop enforced (approval_status=PENDING_HUMAN_REVIEW, auto_applied=False), and Gate 6's own real FastAPI self-test reported identical=True). Tier 2 (CONDITIONAL - GOVERNANCE REVIEW REQUIRED) is structurally unreachable for BP6: Gate 4's real ecoa_reg_b_status is NOT_APPLICABLE (BP6's real inputs - BANKING77's text/category columns and the real common_taxonomy_bucket join field - carry no ECOA/Reg B protected-class or demographic-adjacent field), so BP6 carries no disparate-impact check that could ever trigger Tier 2 - this differs from BP3, which does run that check and can land in Tier 2, and matches BP4's own precedent exactly.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