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BP4 Customer Journey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Executive Rollup — Customer360 Navigator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Champion pipeline: polars_lazy_streaming  |  Real speedup: 29.51x  |  Generated 2026-09-23</a:t>
            </a:r>
          </a:p>
          <a:p>
            <a:r>
              <a:rPr sz="1700" b="1">
                <a:solidFill>
                  <a:srgbClr val="1B998B"/>
                </a:solidFill>
              </a:rPr>
              <a:t>Recommended for Production: RECOMMENDED FOR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Executive Summary — Real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polars_lazy_streaming</a:t>
            </a:r>
          </a:p>
          <a:p>
            <a:r>
              <a:rPr sz="1100">
                <a:solidFill>
                  <a:srgbClr val="4B5468"/>
                </a:solidFill>
              </a:rPr>
              <a:t>Champion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29.51x</a:t>
            </a:r>
          </a:p>
          <a:p>
            <a:r>
              <a:rPr sz="1100">
                <a:solidFill>
                  <a:srgbClr val="4B5468"/>
                </a:solidFill>
              </a:rPr>
              <a:t>Real Speedup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1,048,575</a:t>
            </a:r>
          </a:p>
          <a:p>
            <a:r>
              <a:rPr sz="1100">
                <a:solidFill>
                  <a:srgbClr val="4B5468"/>
                </a:solidFill>
              </a:rPr>
              <a:t>Real Journey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37,160</a:t>
            </a:r>
          </a:p>
          <a:p>
            <a:r>
              <a:rPr sz="1100">
                <a:solidFill>
                  <a:srgbClr val="4B5468"/>
                </a:solidFill>
              </a:rPr>
              <a:t>Real Issue 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41.85%</a:t>
            </a:r>
          </a:p>
          <a:p>
            <a:r>
              <a:rPr sz="1100">
                <a:solidFill>
                  <a:srgbClr val="4B5468"/>
                </a:solidFill>
              </a:rPr>
              <a:t>Recurring-Cluster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0.4652</a:t>
            </a:r>
          </a:p>
          <a:p>
            <a:r>
              <a:rPr sz="1100">
                <a:solidFill>
                  <a:srgbClr val="4B5468"/>
                </a:solidFill>
              </a:rPr>
              <a:t>Mean Response Lag (days)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6.55%</a:t>
            </a:r>
          </a:p>
          <a:p>
            <a:r>
              <a:rPr sz="1100">
                <a:solidFill>
                  <a:srgbClr val="4B5468"/>
                </a:solidFill>
              </a:rPr>
              <a:t>BANKING77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219 passed</a:t>
            </a:r>
          </a:p>
          <a:p>
            <a:r>
              <a:rPr sz="1100">
                <a:solidFill>
                  <a:srgbClr val="4B5468"/>
                </a:solidFill>
              </a:rPr>
              <a:t>pytest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Gate 1 — Business Understanding &amp; Policy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B5468"/>
                </a:solidFill>
              </a:rPr>
              <a:t>• BP4 is event/issue journey analytics, never customer/longitudinal journey analytics - stated in every BP4 deliverable from Gate 1 forward, per Master Plan Section 5.1/7's own explicit instruction for BP4.</a:t>
            </a:r>
          </a:p>
          <a:p>
            <a:r>
              <a:rPr sz="1500">
                <a:solidFill>
                  <a:srgbClr val="4B5468"/>
                </a:solidFill>
              </a:rPr>
              <a:t>• Real CFPB row count (live check): 1,048,575</a:t>
            </a:r>
          </a:p>
          <a:p>
            <a:r>
              <a:rPr sz="1500">
                <a:solidFill>
                  <a:srgbClr val="4B5468"/>
                </a:solidFill>
              </a:rPr>
              <a:t>• Real recurring-cluster rate: 41.85%</a:t>
            </a:r>
          </a:p>
          <a:p>
            <a:r>
              <a:rPr sz="1500">
                <a:solidFill>
                  <a:srgbClr val="4B5468"/>
                </a:solidFill>
              </a:rPr>
              <a:t>• BANKING77-derived coverage: 6.55% of rows</a:t>
            </a:r>
          </a:p>
          <a:p>
            <a:r>
              <a:rPr sz="1500">
                <a:solidFill>
                  <a:srgbClr val="4B5468"/>
                </a:solidFill>
              </a:rPr>
              <a:t>• Compliance touchpoint: CFPB supervisory &amp; complaint-handling standards (Master Plan Section 9; governs all 8 BPs, primarily BP1-BP4)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Aggregation-Pipeline Benchmark — Gate 3 (real, speed-selected)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0"/>
            <a:ext cx="9784080" cy="5419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Statistical Validation — Gate 4 (real, bootstrap CI)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669280" cy="25124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669280" cy="26305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Issue-Cluster Review-Priority Tier Rollup — Gate 5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0"/>
            <a:ext cx="9784080" cy="441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Monthly Complaint-Volume Trend (real, live-aggregated)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784080" cy="38713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SMART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2761"/>
                </a:solidFill>
              </a:rPr>
              <a:t>Prioritize real HIGH-tier issue clusters for human review first</a:t>
            </a:r>
          </a:p>
          <a:p>
            <a:r>
              <a:rPr sz="1050">
                <a:solidFill>
                  <a:srgbClr val="4B5468"/>
                </a:solidFill>
              </a:rPr>
              <a:t>2,284 real issue clusters carry a HIGH review-priority tier (recurring + elevated-lag + high-volume flags all triggered), covering 94,410 real complaint rows — the smallest cluster count of the four tiers but the one car... Target: 2,284 clusters / 94,410 rows (real Gate 5 tier rollup)....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Reconcile Gate 3's real champion with Gate 2's production pipeline</a:t>
            </a:r>
          </a:p>
          <a:p>
            <a:r>
              <a:rPr sz="1050">
                <a:solidFill>
                  <a:srgbClr val="4B5468"/>
                </a:solidFill>
              </a:rPr>
              <a:t>Gate 3's real full-scale benchmark champion is 'polars_lazy_streaming' (min_seconds=0.103927), which differs from Gate 2's own already-confirmed production implementation 'polars_lazy' (champion_matches_current_productio... Target: Real speedup if adopted: 29.51x over the baseline (pandas_groupby, 3.067079s)....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Expand BANKING77-derived taxonomy coverage beyond its current 6.55%</a:t>
            </a:r>
          </a:p>
          <a:p>
            <a:r>
              <a:rPr sz="1050">
                <a:solidFill>
                  <a:srgbClr val="4B5468"/>
                </a:solidFill>
              </a:rPr>
              <a:t>The Gold-layer common_taxonomy_bucket overlay real-covers only 68,710 of 1,048,575 real rows (6.55%), limiting how much of BP4's real issue-cluster population can be cross-referenced against BANKING77 intent categories i... Target: Raise real in-scope coverage above 6.55% without changing BANKING77's own 77-class scope....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Feed Gate 5's review_priority_score/tier into BP7's cross-BP decision engine as one real input</a:t>
            </a:r>
          </a:p>
          <a:p>
            <a:r>
              <a:rPr sz="1050">
                <a:solidFill>
                  <a:srgbClr val="4B5468"/>
                </a:solidFill>
              </a:rPr>
              <a:t>Gate 5's own compliance note (bp7_decision_engine_boundary) states this BP4-local reporting flag may become one real input BP7's cross-BP priority + intervention-risk decision engine later combines with BP1-BP5's own out... Target: 19,237 of 37,160 real clusters carry grounded reason codes, ready to be combined....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Re-benchmark the real slow-but-correct Gate 3 candidates against future data growth</a:t>
            </a:r>
          </a:p>
          <a:p>
            <a:r>
              <a:rPr sz="1050">
                <a:solidFill>
                  <a:srgbClr val="4B5468"/>
                </a:solidFill>
              </a:rPr>
              <a:t>pandas_groupby, duckdb_sql passed correctness but real min_seconds exceeded 2.0x the champion's own real min_seconds (0.103927s) — expected variation across execution-engine designs at this row count, not a defect, but w... Target: 2 real candidate(s) flagged this run....</a:t>
            </a:r>
          </a:p>
          <a:p>
            <a:r>
              <a:rPr sz="5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Gate 6 — Governance &amp; Known Limitations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pytest suite: 219 passed / 0 failed</a:t>
            </a:r>
          </a:p>
          <a:p>
            <a:r>
              <a:rPr sz="1500">
                <a:solidFill>
                  <a:srgbClr val="FFFFFF"/>
                </a:solidFill>
              </a:rPr>
              <a:t>• Notebook syntax audit: 34/34 passed</a:t>
            </a:r>
          </a:p>
          <a:p>
            <a:r>
              <a:rPr sz="1500">
                <a:solidFill>
                  <a:srgbClr val="FFFFFF"/>
                </a:solidFill>
              </a:rPr>
              <a:t>• Open items: 0 failed + 2 slow-but-correct Gate 3 candidate(s)</a:t>
            </a:r>
          </a:p>
          <a:p>
            <a:r>
              <a:rPr sz="1500">
                <a:solidFill>
                  <a:srgbClr val="FFFFFF"/>
                </a:solidFill>
              </a:rPr>
              <a:t>• Model inventory (SR 11-7): NOT_APPLICABLE - BP4 registers no trained model</a:t>
            </a:r>
          </a:p>
          <a:p>
            <a:r>
              <a:rPr sz="1500">
                <a:solidFill>
                  <a:srgbClr val="FFFFFF"/>
                </a:solidFill>
              </a:rPr>
              <a:t>• Model card: reports\bp4_customer_journey_analytics\MODEL_CARD.md</a:t>
            </a:r>
          </a:p>
          <a:p>
            <a:r>
              <a:rPr sz="1500">
                <a:solidFill>
                  <a:srgbClr val="FFFFFF"/>
                </a:solidFill>
              </a:rPr>
              <a:t>• BP4 governance gates complete: 6/6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99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Recommended for Production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RECOMMENDED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All 6 gates real-run confirmed; every structural integrity check across all 6 gates passed (pytest 219 passed/0 failed, notebook-syntax audit all passed, 0 failed Gate 3 candidates, champion pipeline 'polars_lazy_streaming' consistent across Gate 3/Gate 4/Gate 6, real cluster count and row coverage consistent across Gate 1/2/5). Tier 2 (CONDITIONAL - GOVERNANCE REVIEW REQUIRED) is structurally unreachable for BP4: Gate 4's real ecoa_disparate_impact_applicability is NOT_APPLICABLE (BP4's issue-cluster key contains no ECOA/Reg B barred column and Master Plan Section 9 does not map ECOA/Reg B to BP4), so BP4 carries no disparate-impact check that could ever trigger Tier 2 — this differs from BP3, which does run that check and can land in Tier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