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BP5 — Root-Cause &amp; Driver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468"/>
                </a:solidFill>
              </a:defRPr>
            </a:pPr>
            <a:r>
              <a:t>Executive Rollup  |  Recommended for Decision-Support Use, With Monitoring  |  Generated 2026-09-24T11:23:26.431529+00:00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Executive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Top field — Outcome 1: Sub-issue (Cramer's V=0.4156)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Top field — Outcome 2: Sub-product (Cramer's V=0.1645)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Held-out ROC-AUC — Outcome 1: 0.9705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Held-out ROC-AUC — Outcome 2: 0.9526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UDAAP language check: PASSED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Negligible-strength fields detected: 2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Near-zero-precision outcomes detected: 1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ECOA/Reg B disparate-impact applicability: NOT_APPLICABLE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Gate 1 — Business Understanding &amp;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Master Plan Section 6 (Integration Architecture) names 'CFPB outcome fields' (plural) feeding BP3/BP5 - BP5 draws on that same real CFPB outcome-field family BP3's Gate 1 already defined and used, not a different data source. BP5 tests real product/issue/process fields for statistical association against TWO real, distinct outcome fields (below), not one - grounded live in Section 6's outcome-fiel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Field-Level Association — Outcome 1 — Intervention Required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888062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SHAP Feature Importance — Outcome 1 — Intervention Required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082155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Calibration — Outcome 1 — Intervention Required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560156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Confusion-Derived Rates @0.5 — Outcome 1 — Intervention Required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822061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Field-Level Association — Outcome 2 — Timely-Response Failure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888062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SHAP Feature Importance — Outcome 2 — Timely-Response Failure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101997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Calibration — Outcome 2 — Timely-Response Failure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560156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Confusion-Derived Rates @0.5 — Outcome 2 — Timely-Response Failure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846763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Gate 6 — Governance &amp; Known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pytest: ================ 325 passed, 3 skipped, 182 warnings in 9.51s =================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Notebook syntax check: 51 passed / 0 failed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Barred-fields bar relaxed: False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SMART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Review the two real negligible-association candidate fields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Review outcome_2's near-zero precision at the default 0.5 threshold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Maintain the mechanical UDAAP language review cadence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Formal governance review of the 3 barred candidate fields' real diagnostics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Deep-dive the Company (frequency-encoded) driver - the strongest SHAP feature for both outcomes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Recommendation: Recommended for Decision-Support Use, With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All structural checks passed. 3 real open item(s) were live-detected by Gate 6 (2 negligible-association candidate field(s), 0 near-random PR-AUC outcome(s), 1 near-zero-precision-at-0.5 outcome(s)) - none of these block use, but each is a real, disclosed monitoring item a human reviewer should be aware of before acting on this report's findings. This is a monitoring signal, never a legal or compliance determination.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